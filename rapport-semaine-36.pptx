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TRAVAIL · SEMAINE 36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plateformes, une cible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analysé, ce que nous avons compris, ce que nous construisons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août – 6 septembre 2026  ·  Projet plateforme unifiée POITIERS COWORKING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nous avons commencé par analyser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6949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directeur nous a confié deux applications qui répondent au même besoin : une en production, construite sur Hercules, et une plus récente qu'il a fait réaliser sur Lovable.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n'existait aucun cahier des charges. Le besoin était dans les écrans, pas sur papier.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d'écrire une ligne de code, nous voulions savoir exactement quoi construire — et ne pas refaire en moins bien ce qui existait déjà.</a:t>
            </a:r>
            <a:endParaRPr lang="en-US" sz="160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 a donc servi à trois choses : comprendre, comparer, décider.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8470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92440" y="2377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deux plateformes no-code, un seul métier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306324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1729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92440" y="3703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écrite disponible au départ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43891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44988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92440" y="5029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: comprendre · comparer · décider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nous y sommes pris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65836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applications sont rendues dans le navigateur : rien à lire dans le code. Nous avons donc piloté un vrai navigateur, écran par écran, avec un compte passé au rôle Directeur Général pour tout voir.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formulaire a été ouvert, chaque onglet et chaque tableau relevés : champs, colonnes, formules affichées à l'écran.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guide de l'API livré avec la plateforme a été lu en entier : c'est lui qui nous a révélé le backend.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niveau de détail nous a donné directement le modèle de données et les règles de calcul, sans allers-retours.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89520" y="1600200"/>
            <a:ext cx="4069080" cy="448056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600200"/>
            <a:ext cx="4069080" cy="64008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7647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semaine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2167128"/>
            <a:ext cx="3703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3 — accès malgré la protection anti-robot ; les 13 modules cartographiés ; formulaires relevés champ par champ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6 — tableaux denses (finance, statistiques, audit) ; guide de l'API : le backend est Convex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6 — revérification (API passée en v2) ; exploration complète de la seconde plateforme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6 — synthèse, comparaison, architecture cible, début de la construction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1 — Hercules, en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15544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260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d'accès, plus un rôle auditeur à part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1663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de données, champ par champ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9480" y="15544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0664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du grand livre financier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9760" y="155448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4692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d'audit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2880360"/>
            <a:ext cx="11064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rendus journaliers soumis dans une fenêtre horaire, avec score de présence et vue superviseur.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livre de caisse journalier : espèces, chèque, carte, mobile money, justificatifs, soldes reportés de la veille par formule, verrou d'édition, clôture mensuelle.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et paie : registre, récapitulatif mensuel, bulletins au format légal camerounais — mais tout se saisit à la main, sur deux écrans.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médicales (avec DCI) et demandes des techniciens validées par la direction ; statistiques et primes des médecins ; audit confidentiel réservé à l'auditeur et au DG.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avec droits par document, et une API d'export financier protégée par un proxy.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appris de décisif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5486400" cy="64008"/>
          </a:xfrm>
          <a:prstGeom prst="rect">
            <a:avLst/>
          </a:prstGeom>
          <a:solidFill>
            <a:srgbClr val="2660A4"/>
          </a:solidFill>
          <a:ln w="12700">
            <a:solidFill>
              <a:srgbClr val="2660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métier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67128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Derrière le nom « coworking » : un back-office de gestion d'un établissement de santé, au Cameroun (FCFA, CNPS, IRPP).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 de test traînent encore en production — à ne pas confondre avec le métier.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00200"/>
            <a:ext cx="5486400" cy="64008"/>
          </a:xfrm>
          <a:prstGeom prst="rect">
            <a:avLst/>
          </a:prstGeom>
          <a:solidFill>
            <a:srgbClr val="2660A4"/>
          </a:solidFill>
          <a:ln w="12700">
            <a:solidFill>
              <a:srgbClr val="2660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64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Convex, une base réactive, servi par l'App Builder Hercules.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depuis l'écran : nous l'avons trouvé dans le guide de l'API financière.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5486400" cy="64008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96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d'accès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498848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niveaux cumulatifs, un rôle auditeur en dehors de la hiérarchie, et des droits propres à chaque document.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fin, et c'est exactement ce qui manque à la seconde plateforme.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931920"/>
            <a:ext cx="5486400" cy="64008"/>
          </a:xfrm>
          <a:prstGeom prst="rect">
            <a:avLst/>
          </a:prstGeom>
          <a:solidFill>
            <a:srgbClr val="B8791A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096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de calcul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4498848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de solde, définitions du Total 1, du Total 2 et du net : tout est écrit dans l'interface.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les avons relevées mot pour mot — elles sont devenues nos tests.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2 — Lovable, la version du directeur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64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écrans, dont une douzaine pour la paie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64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seulement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64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636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 dans le jeu de données (5 chez Hercules)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155448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16642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52560" y="2194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forte : automatiser la paie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sa force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11064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barème officiel (CNPS, Code général des impôts) est lu automatiquement chaque mois, avec une surveillance de la source.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saisie — absence, prime, heures supplémentaires — recalcule aussitôt tous les bulletins.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L'effectif s'importe depuis Excel ; les bulletins se génèrent en masse, en PDF, et partent par e-mail avec un courrier.</a:t>
            </a:r>
            <a:endParaRPr lang="en-US" sz="1400" dirty="0"/>
          </a:p>
          <a:p>
            <a:pPr marL="177800" indent="-1778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modules que Hercules n'a pas : planning des absences, primes et charges, archives, paramètres de l'entreprise.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…et ce qu'elle laisse de côté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se présente comme un outil de coworking (taux d'occupation, réservations de salles) — mais le personnel de démonstration reste médical : c'est la même organisation, rhabillée.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trésorerie se réduit à une liste mensuelle de recettes et dépenses : plus de grand livre journalier.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commandes médicales, pas d'audit confidentiel, pas d'API pour la comptabilité.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rôles, aucun droit fin ; les comptes rendus deviennent de simples procès-verbaux de réunion.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2103120"/>
            <a:ext cx="3931920" cy="2011680"/>
          </a:xfrm>
          <a:prstGeom prst="rect">
            <a:avLst/>
          </a:prstGeom>
          <a:solidFill>
            <a:srgbClr val="F6ECD8"/>
          </a:solidFill>
          <a:ln w="12700">
            <a:solidFill>
              <a:srgbClr val="F6EC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2103120"/>
            <a:ext cx="64008" cy="2011680"/>
          </a:xfrm>
          <a:prstGeom prst="rect">
            <a:avLst/>
          </a:prstGeom>
          <a:solidFill>
            <a:srgbClr val="B8791A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176272"/>
            <a:ext cx="3566160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: le directeur a mis tout l'effort sur la paie, et a simplifié le reste. Hercules faisait l'inverse.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28346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Hercules (production)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Lovable (directeur)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nous retenons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principale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Exploitation 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 automatisée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deux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écrans, saisie manuelle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modules, barème auto, recalcul, envoi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moteur Lovable, le format légal Hercules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livre journalier multi-comptes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mensuelle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grand livre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Médicales (DCI) + techniciens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Fournitures + interventions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paramétrable, avec comparaison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confidentiel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Conservé, cloisonné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externe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+ backend, 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même patron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niveaux + auditeur + droits par document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rôles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+ 1, les 3 rôles simples se projettent dessus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rendus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5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 horaire +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de réunion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 + score + statut de relecture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besoin, une fois clarifié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64240" cy="1325880"/>
          </a:xfrm>
          <a:prstGeom prst="rect">
            <a:avLst/>
          </a:prstGeom>
          <a:solidFill>
            <a:srgbClr val="E4F0E6"/>
          </a:solidFill>
          <a:ln w="12700">
            <a:solidFill>
              <a:srgbClr val="E4F0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64008" cy="1325880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73352"/>
            <a:ext cx="106984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outil qui fait gagner du temps chaque mois sur la paie, et qui reste la référence de l'exploitation et du contrôle. Aucune des deux versions ne le fait seule : c'est leur combinaison que nous construisons.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00400"/>
            <a:ext cx="3566160" cy="64008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64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automatisée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767328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Barème officiel, recalcul en direct, génération et envoi de masse, planning des absences.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qui rembourse l'effort dès le premier mois.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320040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3200400"/>
            <a:ext cx="3566160" cy="64008"/>
          </a:xfrm>
          <a:prstGeom prst="rect">
            <a:avLst/>
          </a:prstGeom>
          <a:solidFill>
            <a:srgbClr val="2660A4"/>
          </a:solidFill>
          <a:ln w="12700">
            <a:solidFill>
              <a:srgbClr val="2660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364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3767328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du jour, documents, commandes, interventions, comptes rendus, statistiques.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de référence du quotidien.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20040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3200400"/>
            <a:ext cx="3566160" cy="64008"/>
          </a:xfrm>
          <a:prstGeom prst="rect">
            <a:avLst/>
          </a:prstGeom>
          <a:solidFill>
            <a:srgbClr val="B8791A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3649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et intégration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0" y="3767328"/>
            <a:ext cx="3200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cloisonné, droits fins, journal, API pour la comptabilité, barème suivi.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et l'ouverture.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construisons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5486400" cy="64008"/>
          </a:xfrm>
          <a:prstGeom prst="rect">
            <a:avLst/>
          </a:prstGeom>
          <a:solidFill>
            <a:srgbClr val="2660A4"/>
          </a:solidFill>
          <a:ln w="12700">
            <a:solidFill>
              <a:srgbClr val="2660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+ React, en application installable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67128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backend réactif : quand une donnée change, les bulletins, soldes et totaux se recomposent tout seuls. Le « temps réel » devient une propriété du socle, pas un chantier.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fonctions HTTP pour l'API d'export, des tâches planifiées pour le contrôle du barème, un stockage de fichiers pour les justificatifs, les documents et les PDF.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déléguée (OIDC), comme aujourd'hui.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aussi le backend que la plateforme en production utilise déjà : un choix éprouvé.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00200"/>
            <a:ext cx="5486400" cy="64008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64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domaines, vingt écrans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: employés et import, barème daté, planning des absences, saisie mensuelle, primes et charges, bulletins, courrier avec PDF, archives.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: grand livre financier, documents, commandes, interventions, comptes rendus, statistiques.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: audit, membres, journal, API d'export et proxy, barème, paramètres.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principes que nous nous sommes fixés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modèle d'accès : les sept niveaux et l'auditeur de Hercules, avec des droits par document ; les trois rôles simples de Lovable se projettent dessus (Administrateur = 7, Gestionnaire RH = 4, Employé = 1).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barème daté : chaque bulletin utilise la version en vigueur à sa période ; un mois clôturé n'est jamais recalculé.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clôture fige : un mois de paie ou de trésorerie clôturé devient immuable — comme dans l'existant.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en deux couches : proxy réseau puis backend, clé vérifiée deux fois, chaque appel journalisé, jamais d'accès direct à la base.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règles métier isolées et testées : paie, trésorerie, fenêtre horaire, comparaison de commandes se vérifient sans serveur.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ordre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 à ce moment-là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 Fondations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Authentification, rôles, membres, paramètres de l'entreprise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socle de tous les modules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 Paie automatisée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Employés et import, barème, planning, saisie, primes, bulletins, courrier avec PDF, archives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valeur la plus forte : rembourse l'effort dès le premier mois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 Exploitation financière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livre journalier, documents avec extraction et droits fins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profondeur de Hercules, sur des données quotidiennes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 Activité et suivi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Commandes, interventions, comptes rendus, statistiques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complétude du quotidien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 Contrôle et intégration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Audit, journal, API d'export et proxy, barème planifié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gouvernance, sur des fondations déjà éprouvées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1 a été livrée et vérifiée en fin de semaine ; les suivantes s'enchaînent dès le lundi.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semaine a produit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6420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analysées de bout en bout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66420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604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parcourus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66420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628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relevés champ par champ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66420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du modèle de données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664208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66760" y="21945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livrés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49840" y="155448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87000" y="166420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28700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85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livrée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2880360"/>
            <a:ext cx="11064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de compréhension du projet : vue d'ensemble, architecture, modules détaillés avec leurs champs et règles, modèle de données, glossaire, comparaison des deux versions.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dossier de reverse engineering et l'esquisse d'architecture cible, sous forme de pages consultables par l'équipe.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fondations et la Phase 1 de la plateforme : schéma de données, rôles, moteur de paie testé, écrans de paie, déploiement opérationnel avec des données de démonstration.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cahier de recette n°1 : douze scénarios pas à pas, avec les résultats attendus chiffrés.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L'outillage d'exploration, réutilisable pour de prochaines analyses.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5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d'attention, et la suite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1005840" cy="54864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36 · 31 août – 6 septembre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8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5486400" cy="64008"/>
          </a:xfrm>
          <a:prstGeom prst="rect">
            <a:avLst/>
          </a:prstGeom>
          <a:solidFill>
            <a:srgbClr val="B8791A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64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 en tête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67128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: les captures des plateformes analysées contiennent des données personnelles et un document confidentiel. Elles restent hors du dépôt et hors des livrables partagés.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barème embarqué est indicatif : à valider avec la source officielle avant toute paie réelle — c'est pour cela qu'il est versionné et contrôlé.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mise en production, il reste à brancher : l'authentification OIDC, l'envoi d'e-mails réel, la clé d'extraction IA, la source officielle du barème.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backend des plateformes n'était pas accessible : le modèle a été reconstitué depuis l'interface et le guide de l'API.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E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00200"/>
            <a:ext cx="5486400" cy="64008"/>
          </a:xfrm>
          <a:prstGeom prst="rect">
            <a:avLst/>
          </a:prstGeom>
          <a:solidFill>
            <a:srgbClr val="157A44"/>
          </a:solidFill>
          <a:ln w="12700">
            <a:solidFill>
              <a:srgbClr val="157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64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167128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Enchaîner les phases 2, 3 et 4 sur la base décidée.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l'ensemble et livrer un cahier de recette global, avec le pourquoi de chaque fonctionnalité.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le dépôt sous contrôle de version sur GitHub.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travaux ont démarré dès le lundi 7 septembre.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Semaine 36 — Deux plateformes, une cible</dc:title>
  <dc:subject>PptxGenJS Presentation</dc:subject>
  <dc:creator>Équipe projet</dc:creator>
  <cp:lastModifiedBy>Équipe projet</cp:lastModifiedBy>
  <cp:revision>1</cp:revision>
  <dcterms:created xsi:type="dcterms:W3CDTF">2026-09-07T14:55:47Z</dcterms:created>
  <dcterms:modified xsi:type="dcterms:W3CDTF">2026-09-07T14:55:47Z</dcterms:modified>
</cp:coreProperties>
</file>