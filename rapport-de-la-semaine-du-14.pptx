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Avancement (%)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Lbls>
            <c:numFmt formatCode="0&quot; 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3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Architecture et données</c:v>
                  </c:pt>
                  <c:pt idx="1">
                    <c:v>Backend métier</c:v>
                  </c:pt>
                  <c:pt idx="2">
                    <c:v>Moteur de paie</c:v>
                  </c:pt>
                  <c:pt idx="3">
                    <c:v>Authentification et rôles</c:v>
                  </c:pt>
                  <c:pt idx="4">
                    <c:v>Front-end</c:v>
                  </c:pt>
                  <c:pt idx="5">
                    <c:v>Documents imprimés</c:v>
                  </c:pt>
                  <c:pt idx="6">
                    <c:v>Tests automatisés</c:v>
                  </c:pt>
                  <c:pt idx="7">
                    <c:v>Documentation et recette</c:v>
                  </c:pt>
                  <c:pt idx="8">
                    <c:v>Sécurité et production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90</c:v>
                </c:pt>
                <c:pt idx="1">
                  <c:v>90</c:v>
                </c:pt>
                <c:pt idx="2">
                  <c:v>95</c:v>
                </c:pt>
                <c:pt idx="3">
                  <c:v>85</c:v>
                </c:pt>
                <c:pt idx="4">
                  <c:v>90</c:v>
                </c:pt>
                <c:pt idx="5">
                  <c:v>80</c:v>
                </c:pt>
                <c:pt idx="6">
                  <c:v>85</c:v>
                </c:pt>
                <c:pt idx="7">
                  <c:v>70</c:v>
                </c:pt>
                <c:pt idx="8">
                  <c:v>45</c:v>
                </c:pt>
              </c:numCache>
            </c:numRef>
          </c:val>
        </c:ser>
        <c:dLbls>
          <c:numFmt formatCode="0&quot; 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0B13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13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8138160" y="-1097280"/>
            <a:ext cx="5486400" cy="548640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377440"/>
            <a:ext cx="3291840" cy="329184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POITIERS COWORKING · PLATEFORME UNIFIÉE DE GESTION &amp; PAIE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de la semaine du 14 septembre 2026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383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refonte à la mise en service : authentification réelle, 21 écrans sur 22 refondus, un plan de trois semaines.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arrêté le lundi 21 septembre au soir · rédigé par krys237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BREF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chantiers menés de front, la semaine la plus dense du projet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920240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réelle et rôles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du mode « toute personne ayant le lien est directeur ». Chacun se connecte avec son e-mail ou son téléphone et ne voit que ses écrans.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920240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du front-end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écrans sur 22 passés sur la nouvelle charte. Le bulletin de paie, dernier document, validé sur maquette puis livré à l'écran, à l'impression et en PDF.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566160" cy="3108960"/>
          </a:xfrm>
          <a:prstGeom prst="roundRect">
            <a:avLst>
              <a:gd name="adj" fmla="val 3529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1920240"/>
            <a:ext cx="640080" cy="64008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24612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plan sur trois semaines fixe la mise en service au vendredi 10 octobre, avec huit comptes de test et un journal des décisions.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5029200"/>
            <a:ext cx="11247120" cy="1051560"/>
          </a:xfrm>
          <a:prstGeom prst="roundRect">
            <a:avLst>
              <a:gd name="adj" fmla="val 8696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5074920"/>
            <a:ext cx="2011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75 %</a:t>
            </a:r>
            <a:endParaRPr lang="en-US" sz="40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0" y="5074920"/>
            <a:ext cx="8778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d'achèvement estimé. Ce qui reste est court mais conditionne la mise en service : la recette avec les utilisateurs, l'arbitrage des niveaux de rôles, la bascule en production.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CHIFFRES DE LA SEMAINE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semaine a produit, en nombres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03045E"/>
          </a:solidFill>
          <a:ln w="9525">
            <a:solidFill>
              <a:srgbClr val="03045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livraisons versionnées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contre 5 la semaine du 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/ 22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écrans sur la charte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front passe de 40 % à 90 %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18745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124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27889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modifiés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154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20 800 lignes ajoutées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 test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par rôle, e-mail ou téléphone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décisions consignées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décisions créé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3931920"/>
            <a:ext cx="3566160" cy="1965960"/>
          </a:xfrm>
          <a:prstGeom prst="roundRect">
            <a:avLst>
              <a:gd name="adj" fmla="val 5581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0" y="4114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77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/ 8</a:t>
            </a:r>
            <a:endParaRPr lang="en-US" sz="44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de tests au vert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5394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moteur de paie inchangé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Chacun se connecte avec son compte, et ne voit que ses écrans</a:t>
            </a:r>
            <a:endParaRPr lang="en-US" sz="3000" dirty="0"/>
          </a:p>
        </p:txBody>
      </p:sp>
      <p:pic>
        <p:nvPicPr>
          <p:cNvPr id="6" name="Image 0" descr="D:\Test\Js\coworking\design\_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600200"/>
            <a:ext cx="5440680" cy="340156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3045E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6309360" y="507492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 écran de connexion : image de fond, deux modes au choix (e-mail ou téléphone), indicatif du pays pré-rempli.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4592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compte a un mot de passe ; la session est signée par le déploiement lui-même, sans fournisseur externe.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d'inscription ni de code par e-mail : les comptes sont créés par la Direction et le rôle est repris à la première connexion.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 développement est coupé sur le déploiement : connexion obligatoire partout, y compris sur le lien public.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fonctions du serveur exigent un niveau ; toutes les routes du front sont gardées.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 transverse : tout numéro de téléphone porte l'indicatif du pays.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Matrice simplifiée, rôle technique isolé, comptes de test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5895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731520"/>
                <a:gridCol w="448056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 que le rôle ouvre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Tableau de bord, documents ouverts, interventions, comptes rendus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Chef d'équipe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vue superviseur des comptes rendus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Comptable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employés, commandes, caisse &amp; primes médecins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Gestionnaire RH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toute la paie et le barème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Directeur Administratif (DAF)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grand livre financier, validations, documents confidentiels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Directeur Général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membres et rôles, paramètres, journal, audit, nouvelle version du barème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administrateur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: données de démo, fiche API, état du déploiement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Auditeur externe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77B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confidentiel et tableau de bord seulement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412480" y="1600200"/>
            <a:ext cx="3337560" cy="4480560"/>
          </a:xfrm>
          <a:prstGeom prst="roundRect">
            <a:avLst>
              <a:gd name="adj" fmla="val 3288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a changé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2194560"/>
            <a:ext cx="29260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6 (DA2) est retiré : rien ne le distinguait du niveau 5.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 ne peut attribuer un rôle au-dessus du sien : un DG ne fabrique pas de super administrateur.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DG change un rôle directement dans la liste des membres ; la liste dit ce que chaque rôle ouvre.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complète dans Paramètres → Rôles &amp; accès, générée depuis le code.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trouvé et corrigé : le solde de trésorerie s'affichait à tout le monde.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DU FRONT-END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écrans sur 22 livrés sur la charte « Ocean Breeze 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645920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1645920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Récapitulatif salaires · Liste des salaires · Bulletins du mois · Courrier de paie · Planning des absences · Primes &amp; retenues · Archives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6F9FB"/>
          </a:solidFill>
          <a:ln w="12700">
            <a:solidFill>
              <a:srgbClr val="F6F9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542032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2542032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Interventions · Commandes · Documents · Comptes rendus · Caisse &amp; primes médecins · Récapitulatif financier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438144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38144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3438144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Employés · Membres &amp; accès · Barème · Journal d'activité · Fiche API · Paramètres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334256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F6F9FB"/>
          </a:solidFill>
          <a:ln w="12700">
            <a:solidFill>
              <a:srgbClr val="F6F9F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34256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433425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confidentiel (horizon 6 / 12 / 24 mois, comparaison N / N−1)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5230368"/>
            <a:ext cx="11247120" cy="749808"/>
          </a:xfrm>
          <a:prstGeom prst="roundRect">
            <a:avLst>
              <a:gd name="adj" fmla="val 12195"/>
            </a:avLst>
          </a:prstGeom>
          <a:solidFill>
            <a:srgbClr val="EAF3F8"/>
          </a:solidFill>
          <a:ln w="12700">
            <a:solidFill>
              <a:srgbClr val="EAF3F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230368"/>
            <a:ext cx="219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Coquille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926080" y="5230368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· barre latérale repliable · bannière d'accueil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1722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 : les cinq écrans refondus en parallèle (tableau de bord, financier, commandes, documents, comptes rendus) à unifier sur les mêmes tuiles.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RÈGLES ADOPTÉES EN COURS DE ROUTE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règles qui s'appliquent à tous les écrans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Formalisme des chiffres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Milliers séparés, décimales à la virgule, unité séparée, zéro = champ vide avec le « 0 » en filigrane. Dans les tableaux comme dans les champs de saisie.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50292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1 250 000 FCFA · 4,2 %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64592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874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 en série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514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L'utilisateur qui a n éléments à saisir ne clique pas n fois » : une ligne de saisie permanente et un bouton « Rendre les champs persistants » sur chaque écran de saisie.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50292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Entrée ajoute, le focus revient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64592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18745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Tableaux d'ERP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25146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Défilement intégré au tableau et nombre de lignes visibles au choix, partout. La page ne défile pas : le tableau, si.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12480" y="5029200"/>
            <a:ext cx="3017520" cy="548640"/>
          </a:xfrm>
          <a:prstGeom prst="roundRect">
            <a:avLst>
              <a:gd name="adj" fmla="val 13333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412480" y="5029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· 10 · 15 · 20 · 30 · 50 lignes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DE PAIE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Redessiné, validé sur maquette, livré partout</a:t>
            </a:r>
            <a:endParaRPr lang="en-US" sz="3000" dirty="0"/>
          </a:p>
        </p:txBody>
      </p:sp>
      <p:pic>
        <p:nvPicPr>
          <p:cNvPr id="6" name="Image 0" descr="D:\Test\Js\coworking\design\_bullet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508760"/>
            <a:ext cx="3291840" cy="470916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3045E">
                <a:alpha val="25000"/>
              </a:srgbClr>
            </a:outerShdw>
          </a:effectLst>
        </p:spPr>
      </p:pic>
      <p:sp>
        <p:nvSpPr>
          <p:cNvPr id="7" name="Text 4"/>
          <p:cNvSpPr txBox="1"/>
          <p:nvPr/>
        </p:nvSpPr>
        <p:spPr>
          <a:xfrm>
            <a:off x="457200" y="1645920"/>
            <a:ext cx="75895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zones : en-tête commun aux documents, salarié en bandeau, temps et congés, rubriques avec intercalaires (gains · cotisations et impôts · autres retenues), synthèse Total 1 / Total 2, visa et reçu, pied de référence.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à payer en bleu sceau, taux du barème écrits, « barème » pour IRPP / TDL / RAV, zéros estompés.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Filigrane PROVISOIRE tant que le mois est ouvert, mention « validé » à la clôture.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Formules et liste codée des rubriques inchangées : seule la mise en page change.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Bulletins du mois refaite : récapitulatif = sommaire, aperçu A4, « Imprimer seul », clôture confirmée par mot-clé.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Corrigé au passage : les PDF archivés recevaient une version appauvrie du bulletin.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Tout ce qui se règle une fois, et que personne ne voit à l'écran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 &amp; documents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Identité, apparence, aperçu de l'en-tête imprimé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 &amp; congés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148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RH, jour de paiement, congés acquis, jours de base, plafond de saisie, PDF à la clôture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Courrier &amp; e-mail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Expéditeur, modèle de lettre, interrupteur d'envoi réel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306324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200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5661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des comptes rendus, verrou financier, IA documents — jusqu'ici des constantes enfouies dans le 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48056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&amp; accès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4983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matrice droits × rôles, dérivée du code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72200" y="4480560"/>
            <a:ext cx="5532120" cy="1234440"/>
          </a:xfrm>
          <a:prstGeom prst="roundRect">
            <a:avLst>
              <a:gd name="adj" fmla="val 7407"/>
            </a:avLst>
          </a:prstGeom>
          <a:solidFill>
            <a:srgbClr val="03045E"/>
          </a:solidFill>
          <a:ln w="9525">
            <a:solidFill>
              <a:srgbClr val="0304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983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 super administrateur : quelles clés sont configurées, jamais leur valeur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59436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bouton « Enregistrer » pour la page ; chaque modification est journalisée avec son auteur.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Trois semaines jusqu'à la mise en service du 10 octobre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05840" y="2423160"/>
            <a:ext cx="10149840" cy="0"/>
          </a:xfrm>
          <a:prstGeom prst="line">
            <a:avLst/>
          </a:prstGeom>
          <a:noFill/>
          <a:ln w="38100">
            <a:solidFill>
              <a:srgbClr val="90E0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0240" y="2148840"/>
            <a:ext cx="548640" cy="548640"/>
          </a:xfrm>
          <a:prstGeom prst="ellipse">
            <a:avLst/>
          </a:prstGeom>
          <a:solidFill>
            <a:srgbClr val="0077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· 22 → 26 sept.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bulletin fait foi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Bulletin validé sur papier ; accès sécurisés ; comptes vérifiés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2148840"/>
            <a:ext cx="548640" cy="548640"/>
          </a:xfrm>
          <a:prstGeom prst="ellipse">
            <a:avLst/>
          </a:prstGeom>
          <a:solidFill>
            <a:srgbClr val="0077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29768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 · 29 sept. → 3 oct.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clinique teste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 recette final ; campagne par rôle ; niveaux tranchés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01200" y="2148840"/>
            <a:ext cx="548640" cy="548640"/>
          </a:xfrm>
          <a:prstGeom prst="ellipse">
            <a:avLst/>
          </a:prstGeom>
          <a:solidFill>
            <a:srgbClr val="03045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3816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· 6 → 10 oct.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138160" y="28346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Prêt à mettre en service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291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Production, e-mail réel, sauvegardes, mobile, passation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3434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des décisions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846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décisions datées, chacune avec l'endroit du code qui l'applique (DECISIONS.md).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297680" y="43434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de test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4846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Huit comptes, un par rôle, e-mail et téléphone, fiche PDF pour les testeurs.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138160" y="434340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6F9F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6760" y="4480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 décisions attendues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84632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super admin, relecture papier, attendus de recette, effectif réel, niveaux, domaine, compte e-mail — chacune avec sa date butoir.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D'AVANCEMENT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 chantier, au 21 septembre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5448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321040" y="1554480"/>
            <a:ext cx="3429000" cy="4663440"/>
          </a:xfrm>
          <a:prstGeom prst="roundRect">
            <a:avLst>
              <a:gd name="adj" fmla="val 3200"/>
            </a:avLst>
          </a:prstGeom>
          <a:solidFill>
            <a:srgbClr val="03045E"/>
          </a:solidFill>
          <a:ln w="12700">
            <a:solidFill>
              <a:srgbClr val="03045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95360" y="1783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fait marquant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595360" y="21945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Front-end : de 40 % à 90 % en une semaine.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595360" y="338328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CAF0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plateforme est utilisable de bout en bout par un utilisateur connecté avec son propre rôle. Ce qui reste — recette, arbitrages, production — est court mais conditionne la mise en service.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VIGILANCE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3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qui attend une décision ou une action hors développement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20624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attendue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Niveaux des rôles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Matrice actuelle en service ; comptable, DAF et RH pas encore entendus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Entretiens avant le 2 octobre, report dans le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 de passe du super administrateur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de test avec le mot de passe commun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À changer par le propriétaire avant toute diffusion du lien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papier du bulletin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Maquette validée, papier pas encore signé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Impression et relecture par le directeur (semaine du 22)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Envoi d'e-mails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Simulation ; clé et domaine absents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Resend et domaine vérifié (butoir 3 octobre)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Barème officiel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 quotidien sans source branchée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Choisir la source à surveiller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Données réelles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B1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Recette sur données de démonstration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8A5D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Effectif et soldes J0 (butoir 26 septembre)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04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 du 14 septembre 2026 · point arrêté le lundi 21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11247120" y="6400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DE LA SEMAINE DU 21 SEPTEMBRE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du plan : « le bulletin fait foi 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373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valider le bulletin de paie sur papier par le directeur ; corriger les écarts.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0604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le mot de passe du super administrateur ; vérifier chaque compte de test un par un.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747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le cahier de recette final, un scénario par écran et par rôle, à partir des attendus du propriétaire.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389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3434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Recueillir le fichier de l'effectif réel et les soldes d'ouverture du grand livre.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257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04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212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Unifier les tuiles des cinq écrans refondus en parallèle.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0E0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service visée : vendredi 10 octobre 2026.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la semaine du 14 septembre 2026</dc:title>
  <dc:subject>PptxGenJS Presentation</dc:subject>
  <dc:creator>krys237</dc:creator>
  <cp:lastModifiedBy>krys237</cp:lastModifiedBy>
  <cp:revision>1</cp:revision>
  <dcterms:created xsi:type="dcterms:W3CDTF">2026-09-21T15:15:58Z</dcterms:created>
  <dcterms:modified xsi:type="dcterms:W3CDTF">2026-09-21T15:15:58Z</dcterms:modified>
</cp:coreProperties>
</file>