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21/09</c:v>
                </c:pt>
              </c:strCache>
            </c:strRef>
          </c:tx>
          <c:spPr>
            <a:solidFill>
              <a:srgbClr val="90E0EF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3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Socle &amp; données</c:v>
                  </c:pt>
                  <c:pt idx="1">
                    <c:v>Paie automatisée</c:v>
                  </c:pt>
                  <c:pt idx="2">
                    <c:v>Exploitation</c:v>
                  </c:pt>
                  <c:pt idx="3">
                    <c:v>Finances</c:v>
                  </c:pt>
                  <c:pt idx="4">
                    <c:v>Accès, rôles &amp; sécurité</c:v>
                  </c:pt>
                  <c:pt idx="5">
                    <c:v>Documents imprimables</c:v>
                  </c:pt>
                  <c:pt idx="6">
                    <c:v>Paramètres</c:v>
                  </c:pt>
                  <c:pt idx="7">
                    <c:v>Recette &amp; qualité</c:v>
                  </c:pt>
                  <c:pt idx="8">
                    <c:v>Mise en production</c:v>
                  </c:pt>
                  <c:pt idx="9">
                    <c:v>Pilotage &amp; doc.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90</c:v>
                </c:pt>
                <c:pt idx="1">
                  <c:v>95</c:v>
                </c:pt>
                <c:pt idx="2">
                  <c:v>95</c:v>
                </c:pt>
                <c:pt idx="3">
                  <c:v>90</c:v>
                </c:pt>
                <c:pt idx="4">
                  <c:v>90</c:v>
                </c:pt>
                <c:pt idx="5">
                  <c:v>85</c:v>
                </c:pt>
                <c:pt idx="6">
                  <c:v>100</c:v>
                </c:pt>
                <c:pt idx="7">
                  <c:v>25</c:v>
                </c:pt>
                <c:pt idx="8">
                  <c:v>30</c:v>
                </c:pt>
                <c:pt idx="9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28/09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3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Socle &amp; données</c:v>
                  </c:pt>
                  <c:pt idx="1">
                    <c:v>Paie automatisée</c:v>
                  </c:pt>
                  <c:pt idx="2">
                    <c:v>Exploitation</c:v>
                  </c:pt>
                  <c:pt idx="3">
                    <c:v>Finances</c:v>
                  </c:pt>
                  <c:pt idx="4">
                    <c:v>Accès, rôles &amp; sécurité</c:v>
                  </c:pt>
                  <c:pt idx="5">
                    <c:v>Documents imprimables</c:v>
                  </c:pt>
                  <c:pt idx="6">
                    <c:v>Paramètres</c:v>
                  </c:pt>
                  <c:pt idx="7">
                    <c:v>Recette &amp; qualité</c:v>
                  </c:pt>
                  <c:pt idx="8">
                    <c:v>Mise en production</c:v>
                  </c:pt>
                  <c:pt idx="9">
                    <c:v>Pilotage &amp; doc.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90</c:v>
                </c:pt>
                <c:pt idx="1">
                  <c:v>95</c:v>
                </c:pt>
                <c:pt idx="2">
                  <c:v>95</c:v>
                </c:pt>
                <c:pt idx="3">
                  <c:v>90</c:v>
                </c:pt>
                <c:pt idx="4">
                  <c:v>95</c:v>
                </c:pt>
                <c:pt idx="5">
                  <c:v>90</c:v>
                </c:pt>
                <c:pt idx="6">
                  <c:v>100</c:v>
                </c:pt>
                <c:pt idx="7">
                  <c:v>30</c:v>
                </c:pt>
                <c:pt idx="8">
                  <c:v>35</c:v>
                </c:pt>
                <c:pt idx="9">
                  <c:v>85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0B13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B13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du 21 septembre 2026 · point arrêté le lundi 28 au soir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138160" y="-1097280"/>
            <a:ext cx="5486400" cy="5486400"/>
          </a:xfrm>
          <a:prstGeom prst="ellipse">
            <a:avLst/>
          </a:prstGeom>
          <a:solidFill>
            <a:srgbClr val="0077B6">
              <a:alpha val="30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377440"/>
            <a:ext cx="3291840" cy="329184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POITIERS COWORKING · PLATEFORME UNIFIÉE DE GESTION &amp; PAIE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du 21 septembre 2026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S1 bouclé, demandes de M. GAMBOU réglées, droits choisis par le directeur, bulletin prêt pour la validation papier.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20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21 septembre, prolongée au lundi 28 au soir · rédigé par krys237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du 21 septembre 2026 · point arrêté le lundi 28 au soir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BREF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changements de fond cette semaine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 M. GAMBOU réglées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consultable par l'employé, PDF en un clic, verrou d'une heure sur la caisse, destinataires choisis, courrier par WhatsApp, usage sur téléphone.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20240"/>
            <a:ext cx="640080" cy="6400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choisis par le directeur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 la hiérarchie rigide : d'un clic, le directeur décide qui voit et qui fait quoi, module par module, et peut faire une exception pour une personne.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64592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1920240"/>
            <a:ext cx="640080" cy="6400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prêt pour le papier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feuille A4, titre « BULLETIN DU MOIS », jeu d'impression du directeur prêt : 3 bulletins, la liste, un courrier.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502920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0749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82 %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5074920"/>
            <a:ext cx="8778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d'achèvement estimé (78 % le 21). 34 tâches S1 sur 37 faites ou dépassées ; les trois restantes attendent le directeur ou les données réelles. Mise en service visée : vendredi 10 octobre.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du 21 septembre 2026 · point arrêté le lundi 28 au soir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DE LA PÉRIODE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21 au soir au 28 septembre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03045E"/>
          </a:solidFill>
          <a:ln w="9525">
            <a:solidFill>
              <a:srgbClr val="0304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/ 37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S1 du Jira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faites ou dépassées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874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 M. GAMBOU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WhatsApp réel à confirmer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1874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réglables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/ Faire, par rôle ou par personne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114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 de tests au vert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394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218 contrôles des droits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97680" y="393192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4114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de test vérifiés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5394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 rôle, menu conforme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393192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0" y="4114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consignées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5394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des décisions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du 21 septembre 2026 · point arrêté le lundi 28 au soir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S1 DU JIRA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8 tâches restantes au 23/09 : où en sont-elles ?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55778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Tâche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Remettre au directeur le jeu d'impression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de 6 pages prêt, à imprimer et remettre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Vérifier chaque compte de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8 comptes : bon rôle, bon menu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de la semaine du 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présent rapport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Changer le mot de passe du super 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la mise en production (mode test)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Fournir les attendus de la recette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Réorienté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cahiers sont réécrits par le développement (S2)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Corrections de la validation papier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Anticipées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feuille, « BULLETIN DU MOIS » ; la suite après relecture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papier du bulletin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5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attente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Relecture et signature du directeur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de recette réelles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5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attente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Effectif et soldes J0 du propriétaire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29 autres tâches S1 étaient livrées au 23/09 (bulletin refondu, Paramètres, rôles, connexion, comptes de test, aperçus, pilotage).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du 21 septembre 2026 · point arrêté le lundi 28 au soir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 M. GAMBOU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Toutes réglées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6766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 livrée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Employé : voir son bulletin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Écran « Mes bulletins » : mois clôturés, PDF, pensé pour le téléphone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Comptable : qui reçoit un 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Seulement des personnes choisies » : elles seules et le déposant le voient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Comptable : plus de modification après 1 h (caisse, primes médecins)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Ligne verrouillée 1 h après saisie ; ensuite, l'administrateur seul, journalisé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Administrateur : PDF dans « Bulletin du mois 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PDF du mois » (un par page) et « PDF » par salarié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Administrateur : courrier par WhatsApp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E-mail, WhatsApp ou les deux, via UltraMsg ; journal par canal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Administrateur et auditeur : connexion hors Polyclinique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Déjà possible : aucune restriction de lieu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Auditeur : accès sauf documents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Consulte tout sans agir, sauf Paramètres, Journal, Archives, documents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sur téléphone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Écran de l'employé conçu pour le téléphone ; reste de l'ERP en S2–S3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76072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760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 : premier envoi WhatsApp réel — l'instance UltraMsg est en veille (« standby »). D'ici là, l'envoi est simulé et l'écran le dit.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du 21 septembre 2026 · point arrêté le lundi 28 au soir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&amp; ACCÈS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directeur décide qui voit et qui fait quoi, d'un clic</a:t>
            </a:r>
            <a:endParaRPr lang="en-US" sz="2800" dirty="0"/>
          </a:p>
        </p:txBody>
      </p:sp>
      <p:pic>
        <p:nvPicPr>
          <p:cNvPr id="6" name="Image 0" descr="D:\Test\Js\coworking\design\_matr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6949440" cy="398662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3045E">
                <a:alpha val="2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7680960" y="1554480"/>
            <a:ext cx="40690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cases par module et par rôle : Voir (consulter) et Faire (saisir, valider, envoyer).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par personne : accorder ou retirer un droit à un membre précis.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 départ = l'ancien fonctionnement, plus : comptable → grand livre ; auditeur → consulte sans agir.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par le serveur : décocher bloque réellement l'action.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 : le directeur garde Paramètres et Membres.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posée : retirer un droit fait disparaître les actions qui en dépendent (mise en conformité des écrans en S2).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du 21 septembre 2026 · point arrêté le lundi 28 au soir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BULLETINS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L'employé consulte et télécharge ses bulletins, sur son téléphone</a:t>
            </a:r>
            <a:endParaRPr lang="en-US" sz="2800" dirty="0"/>
          </a:p>
        </p:txBody>
      </p:sp>
      <p:pic>
        <p:nvPicPr>
          <p:cNvPr id="6" name="Image 0" descr="D:\Test\Js\coworking\design\_mes-bullet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417320"/>
            <a:ext cx="2240280" cy="484819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3045E">
                <a:alpha val="2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457200" y="1645920"/>
            <a:ext cx="7772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 par mois clôturé : net à payer, brut, retenues.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du bulletin réduit à la largeur de l'écran, et « Télécharger le PDF » en un geste.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les mois clôturés apparaissent : un bulletin provisoire peut encore changer.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est relié à la fiche employé dans Membres (à défaut, par l'e-mail).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ne sert à un membre que SON bulletin.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« Mes bulletins » ouvert à tout membre par défaut, réglable dans la matrice.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du 21 septembre 2026 · point arrêté le lundi 28 au soir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DU MOIS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feuille A4, prêt pour la validation papier</a:t>
            </a:r>
            <a:endParaRPr lang="en-US" sz="2800" dirty="0"/>
          </a:p>
        </p:txBody>
      </p:sp>
      <p:pic>
        <p:nvPicPr>
          <p:cNvPr id="6" name="Image 0" descr="D:\Test\Js\coworking\design\_bulletin-mo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417320"/>
            <a:ext cx="3429000" cy="485492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3045E">
                <a:alpha val="2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457200" y="1645920"/>
            <a:ext cx="7498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l'impression, le bulletin débordait d'un tiers de page : il tient désormais sur une feuille, sans changer l'écran.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BULLETIN DU MOIS » remplace « Bulletin de paie » à l'écran, à l'impression et dans le PDF.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d'impression du directeur : 3 bulletins (cas de référence, IRPP élevé, retenues diverses), la liste des salaires et un courrier, sortis par l'application.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à la demande dans Bulletins du mois : le mois entier ou un salarié.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corriger dans Paramètres avant la remise : nom de l'entreprise (« P POITIERS… »), NIU et N° CNPS vides.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du 21 septembre 2026 · point arrêté le lundi 28 au soir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D'AVANCEMENT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chantier, le 21 et le 28 septembre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08760"/>
          <a:ext cx="76809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412480" y="1508760"/>
            <a:ext cx="3337560" cy="4754880"/>
          </a:xfrm>
          <a:prstGeom prst="roundRect">
            <a:avLst>
              <a:gd name="adj" fmla="val 3288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4108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reste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2148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recette et la mise en production.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324612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fonctions demandées sont livrées. Reste à les faire éprouver par la clinique (cahiers réécrits, campagne par rôle), à brancher l'e-mail et WhatsApp réels et à basculer en production.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du 21 septembre 2026 · point arrêté le lundi 28 au soir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VIGILANCE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attend une décision ou une action hors développement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840480"/>
                <a:gridCol w="4663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Sujet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attendue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papier du bulletin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 d'impression prêt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5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Relecture et signature du directeur ; corrections en S2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de l'entreprise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 mal saisi, NIU et N° CNPS vides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5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corriger dans Paramètres avant la remise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 UltraMsg en veille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5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relier au téléphone, puis premier envoi réel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réel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Simulation, pas de domaine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5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Acheter le domaine, le vérifier chez Resend (butoir 3/10)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réelles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Recette sur données de démonstration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5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 de l'effectif et soldes J0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Calendrier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Ajouts pris sur la fenêtre de recette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5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Recette ramenée à 3 jours (5 → 7/10) ; le 10/10 est tendu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du 21 septembre 2026 · point arrêté le lundi 28 au soir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 LA SEMAINE DU 29 SEPTEMBRE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 du plan : « la clinique teste »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459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Réécrire les cahiers de recette : un scénario par écran et par rôle, dont « un droit retiré, ses actions disparaissent ».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3774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les écrans en conformité : boutons d'action masqués sans le droit « Faire ».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108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de tests avec les huit comptes, deux lots de corrections.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au moins lisible sur téléphone, en commençant par les écrans de l'employé.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5720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envoi WhatsApp réel ; domaine et Resend pour l'e-mail.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3035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de mot de passe, unification des tuiles des cinq écrans refondus en parallèle.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0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service visée : vendredi 10 octobre 2026.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du 21 septembre 2026</dc:title>
  <dc:subject>PptxGenJS Presentation</dc:subject>
  <dc:creator>krys237</dc:creator>
  <cp:lastModifiedBy>krys237</cp:lastModifiedBy>
  <cp:revision>1</cp:revision>
  <dcterms:created xsi:type="dcterms:W3CDTF">2026-09-28T14:04:41Z</dcterms:created>
  <dcterms:modified xsi:type="dcterms:W3CDTF">2026-09-28T14:04:41Z</dcterms:modified>
</cp:coreProperties>
</file>